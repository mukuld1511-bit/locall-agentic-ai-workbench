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Technical Inspection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Equipment Tag: E-1102 | API 510 Remaining Life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Ultrasonic Thickness Inspection (E-1102)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Measured Thickness: 8.4 mm (T_min threshold: 6.5 mm)</a:t>
            </a:r>
          </a:p>
          <a:p>
            <a:r>
              <a:t>Calculated Corrosion Rate: 0.6 mm/year</a:t>
            </a:r>
          </a:p>
          <a:p>
            <a:r>
              <a:t>Remaining Service Life: 3.17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Directives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for continuous service under current operating envelope.</a:t>
            </a:r>
          </a:p>
          <a:p>
            <a:r>
              <a:t>Mandatory survey scheduled for Turnaround 2028.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